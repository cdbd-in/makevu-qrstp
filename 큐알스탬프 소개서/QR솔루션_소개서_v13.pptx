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59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00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8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78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39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81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59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1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39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9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0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42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10668000" cy="2006600"/>
          </a:xfrm>
          <a:prstGeom prst="roundRect">
            <a:avLst>
              <a:gd name="adj" fmla="val 5696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4235450"/>
            <a:ext cx="9525" cy="12700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1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2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커스텀 ·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 적용 범위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2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운영 중 이미지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언제든 즉시 반영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6855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3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0" y="236855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3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3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236855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23685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65600"/>
            <a:ext cx="5715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527550"/>
            <a:ext cx="10668000" cy="1193800"/>
          </a:xfrm>
          <a:prstGeom prst="roundRect">
            <a:avLst>
              <a:gd name="adj" fmla="val 957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4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4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상담을 진행해요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91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07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07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07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등록해요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84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00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발급 받아요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77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93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93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93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바로 결제돼요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70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86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86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86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5200" y="27686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5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806700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1000" y="27686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0670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6131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200" y="38100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5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84810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51000" y="38100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41084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6545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200" y="48514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5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" y="4889500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51000" y="48514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1000" y="51498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pic>
        <p:nvPicPr>
          <p:cNvPr id="24" name="Picture 23" descr="p15_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1778000"/>
            <a:ext cx="1905000" cy="3581400"/>
          </a:xfrm>
          <a:prstGeom prst="rect">
            <a:avLst/>
          </a:prstGeom>
        </p:spPr>
      </p:pic>
      <p:pic>
        <p:nvPicPr>
          <p:cNvPr id="25" name="Picture 24" descr="p15_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650" y="2362200"/>
            <a:ext cx="19050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