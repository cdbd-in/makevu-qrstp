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10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556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37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5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4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49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8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66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400" y="5124450"/>
            <a:ext cx="46482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260850"/>
            <a:ext cx="46482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나머지는 메이크뷰가 해드릴게요!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035550"/>
            <a:ext cx="4648200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있어요. 원본 디자인 파일을 주시면</a:t>
            </a:r>
          </a:p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페이지에 맞게 적용해 드립니다.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5480050"/>
            <a:ext cx="46482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 — 샵플랜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코드로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판매도 할 수 있다고요?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0600" y="240665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240665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8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51150"/>
            <a:ext cx="2825750" cy="266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0550" y="220345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9150" y="240665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5350" y="240665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8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2851150"/>
            <a:ext cx="2825750" cy="266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카드 · 간편결제 · 계좌이체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9100" y="2203450"/>
            <a:ext cx="3384550" cy="1016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7700" y="240665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406650"/>
            <a:ext cx="203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880"/>
              </a:lnSpc>
            </a:pPr>
            <a:r>
              <a:rPr sz="5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2851150"/>
            <a:ext cx="2825750" cy="266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"/>
              </a:lnSpc>
            </a:pPr>
            <a:r>
              <a:rPr sz="1100" b="1" spc="-11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팝업 · 부스 · 축제 단기 운영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397250"/>
            <a:ext cx="6350000" cy="2413000"/>
          </a:xfrm>
          <a:prstGeom prst="roundRect">
            <a:avLst>
              <a:gd name="adj" fmla="val 4736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397250"/>
            <a:ext cx="6197600" cy="241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샵플랜 화면 목업 (홈페이지 샵플랜.jpg)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6000" y="3397250"/>
            <a:ext cx="4064000" cy="2413000"/>
          </a:xfrm>
          <a:prstGeom prst="roundRect">
            <a:avLst>
              <a:gd name="adj" fmla="val 4736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5400" y="3752850"/>
            <a:ext cx="3429000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1" spc="-21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5400" y="4286250"/>
            <a:ext cx="3429000" cy="51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결제.</a:t>
            </a:r>
          </a:p>
          <a:p>
            <a:pPr algn="l">
              <a:lnSpc>
                <a:spcPts val="1780"/>
              </a:lnSpc>
            </a:pPr>
            <a:r>
              <a:rPr sz="1000" b="0" spc="-1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부스 단기 운영에 맞춰져 있어요.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5400" y="5200650"/>
            <a:ext cx="3429000" cy="2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28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100" b="0" spc="-11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924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5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0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4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1905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120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2622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03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19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22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2603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2819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3321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302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17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21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3302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3517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800" y="4019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000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16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19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4000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4216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699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914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4699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914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2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800" y="5416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397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5613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16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397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13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40000"/>
            <a:ext cx="15240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213100"/>
            <a:ext cx="7620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2850"/>
              </a:lnSpc>
            </a:pPr>
            <a:r>
              <a:rPr sz="1900" b="1" spc="-1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381500"/>
            <a:ext cx="10668000" cy="9525"/>
          </a:xfrm>
          <a:prstGeom prst="rect">
            <a:avLst/>
          </a:prstGeom>
          <a:solidFill>
            <a:srgbClr val="DC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4724400"/>
            <a:ext cx="952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47244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003800"/>
            <a:ext cx="952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0038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283200"/>
            <a:ext cx="952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52832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4724400"/>
            <a:ext cx="825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47244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003800"/>
            <a:ext cx="825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0038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5283200"/>
            <a:ext cx="8255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1" spc="-8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5283200"/>
            <a:ext cx="3810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0500" y="4724400"/>
            <a:ext cx="1079500" cy="107950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6700" y="4724400"/>
            <a:ext cx="9271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40"/>
              </a:lnSpc>
            </a:pPr>
            <a:r>
              <a:rPr sz="650" b="0" spc="-6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