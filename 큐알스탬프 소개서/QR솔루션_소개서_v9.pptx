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8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9500"/>
            <a:ext cx="8890000" cy="136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0"/>
            <a:ext cx="7620000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1021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spc="-2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764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415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34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8669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8351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1971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241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3876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3558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717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8829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448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29083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8765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036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55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4290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3972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7592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39243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39497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39179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2799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4450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069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4704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4386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49657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276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49911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49593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3213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4864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4483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5118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4800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8420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5_i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495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05_i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62250"/>
            <a:ext cx="584200" cy="584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995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5_i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724150"/>
            <a:ext cx="622300" cy="62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85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338455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1400" y="4216400"/>
            <a:ext cx="7112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4216400"/>
            <a:ext cx="7112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0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32000"/>
            <a:ext cx="3384550" cy="203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79950" y="4216400"/>
            <a:ext cx="8255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50" y="4216400"/>
            <a:ext cx="8255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실레마을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마을 전체를 코스로, GPS 기반의 퀴즈형 스탬프 투어를 운영했어요. 특정 위치 도착 시 자동으로 퀴즈가 뜨는 간편한 방식이에요.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06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032000"/>
            <a:ext cx="3384550" cy="2032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18500" y="4216400"/>
            <a:ext cx="8890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4216400"/>
            <a:ext cx="8890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 여부와 사용 기간, 스탬프 횟수에 따라 세 가지 플랜으로 나뉘어요.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3238500"/>
            <a:ext cx="5080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3238500"/>
            <a:ext cx="508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2900" y="3238500"/>
            <a:ext cx="6794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238500"/>
            <a:ext cx="6794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14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4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55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995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995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99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99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30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30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995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995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5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995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995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995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95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85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5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850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850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015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015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1800" y="3238500"/>
            <a:ext cx="5397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1800" y="3238500"/>
            <a:ext cx="5397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85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85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85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85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85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125095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250" y="2032000"/>
            <a:ext cx="12509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 ·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4550" y="20320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800" y="2032000"/>
            <a:ext cx="165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 · 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  <p:pic>
        <p:nvPicPr>
          <p:cNvPr id="13" name="Picture 12" descr="p08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476500" cy="3111500"/>
          </a:xfrm>
          <a:prstGeom prst="rect">
            <a:avLst/>
          </a:prstGeom>
        </p:spPr>
      </p:pic>
      <p:pic>
        <p:nvPicPr>
          <p:cNvPr id="14" name="Picture 13" descr="p08_car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571750"/>
            <a:ext cx="2476500" cy="3111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92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1650" y="2463800"/>
            <a:ext cx="84455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1650" y="2463800"/>
            <a:ext cx="8445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2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pic>
        <p:nvPicPr>
          <p:cNvPr id="20" name="Picture 19" descr="p08_moc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150" y="3422650"/>
            <a:ext cx="1974850" cy="2349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pic>
        <p:nvPicPr>
          <p:cNvPr id="24" name="Picture 23" descr="p08_mock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150" y="3422650"/>
            <a:ext cx="1974850" cy="2330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02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25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스캔 · NFC 태그 · 위치 기반(GPS) 세 가지를 지원하고, 두 가지를 함께 쓸 수도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851150"/>
            <a:ext cx="2825750" cy="1885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2851150"/>
            <a:ext cx="282575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995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2851150"/>
            <a:ext cx="2825750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5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퀴즈 ∙ 미션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08250"/>
            <a:ext cx="2019300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pic>
        <p:nvPicPr>
          <p:cNvPr id="12" name="Picture 11" descr="p10_i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3054350"/>
            <a:ext cx="1270000" cy="167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92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답변을 받을 수 있어요</a:t>
            </a:r>
          </a:p>
        </p:txBody>
      </p:sp>
      <p:pic>
        <p:nvPicPr>
          <p:cNvPr id="16" name="Picture 15" descr="p10_i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054350"/>
            <a:ext cx="1270000" cy="1676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3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효율적으로 관리해요</a:t>
            </a:r>
          </a:p>
        </p:txBody>
      </p:sp>
      <p:pic>
        <p:nvPicPr>
          <p:cNvPr id="20" name="Picture 19" descr="p10_i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50" y="3054350"/>
            <a:ext cx="1270000" cy="1676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2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화면을 커스텀 디자인 가능해요</a:t>
            </a:r>
          </a:p>
        </p:txBody>
      </p:sp>
      <p:pic>
        <p:nvPicPr>
          <p:cNvPr id="24" name="Picture 23" descr="p10_i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750" y="3054350"/>
            <a:ext cx="1270000" cy="1676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2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0_i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51244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34000"/>
            <a:ext cx="1708150" cy="226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기간에 맞게 자유롭게 연장할 수 있어요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2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10_i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5124450"/>
            <a:ext cx="317500" cy="317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02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10_i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050" y="5124450"/>
            <a:ext cx="317500" cy="317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2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추가 인력 없이 모바일 기프티콘을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빠르게 지급해요.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10_i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550" y="5124450"/>
            <a:ext cx="317500" cy="317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3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3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해외 방문객이 많은 행사라면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언어 옵션을 추가해보세요.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5207000" cy="260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032000"/>
            <a:ext cx="5207000" cy="260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2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444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3937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한눈에 확인하세요.</a:t>
            </a:r>
          </a:p>
        </p:txBody>
      </p:sp>
      <p:pic>
        <p:nvPicPr>
          <p:cNvPr id="13" name="Picture 12" descr="p12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800350"/>
            <a:ext cx="2743200" cy="133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20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51244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상태를 변경할 수 있어요.</a:t>
            </a:r>
          </a:p>
        </p:txBody>
      </p:sp>
      <p:pic>
        <p:nvPicPr>
          <p:cNvPr id="18" name="Picture 17" descr="p1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0" y="4591050"/>
            <a:ext cx="2743200" cy="13335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64300" y="8572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8300" y="1009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8300" y="11874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300" y="15430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가능 개수를 현장 상황에 맞게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조정하세요.</a:t>
            </a:r>
          </a:p>
        </p:txBody>
      </p:sp>
      <p:pic>
        <p:nvPicPr>
          <p:cNvPr id="23" name="Picture 22" descr="p12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00" y="1009650"/>
            <a:ext cx="2743200" cy="1333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643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3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83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83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문항별로 확인하세요.</a:t>
            </a:r>
          </a:p>
        </p:txBody>
      </p:sp>
      <p:pic>
        <p:nvPicPr>
          <p:cNvPr id="28" name="Picture 27" descr="p12_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2800350"/>
            <a:ext cx="2743200" cy="1333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43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83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83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8300" y="51244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후속 마케팅과 보고서 등에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활용하세요.</a:t>
            </a:r>
          </a:p>
        </p:txBody>
      </p:sp>
      <p:pic>
        <p:nvPicPr>
          <p:cNvPr id="33" name="Picture 32" descr="p12_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00" y="4591050"/>
            <a:ext cx="2743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3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37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15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15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54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32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2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개발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7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71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49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49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4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88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66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66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1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1일 안에 완성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1400" y="5124450"/>
            <a:ext cx="46482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요청이 있을 경우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약 2주 소요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2400" y="4260850"/>
            <a:ext cx="46482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요청사항만 접수하세요.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나머지는 메이크뷰가 해드릴게요!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5035550"/>
            <a:ext cx="4648200" cy="470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있어요. 원본 디자인 파일을 주시면</a:t>
            </a:r>
          </a:p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페이지에 맞게 적용해 드립니다.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2400" y="5480050"/>
            <a:ext cx="46482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단기 행사를 위한 QR 결제, QR 하나로 끝내세요.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없이 카드 ∙ 간편결제 ∙ 계좌이체를 받을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3939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4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603500"/>
            <a:ext cx="3175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500" y="3092450"/>
            <a:ext cx="19875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QR로만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378200"/>
            <a:ext cx="19875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23939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4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50" y="2603500"/>
            <a:ext cx="317500" cy="317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29000" y="3092450"/>
            <a:ext cx="19875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78200"/>
            <a:ext cx="19875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1846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14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394200"/>
            <a:ext cx="317500" cy="317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500" y="4883150"/>
            <a:ext cx="19875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5168900"/>
            <a:ext cx="19875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8500" y="41846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14_i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050" y="4394200"/>
            <a:ext cx="317500" cy="317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29000" y="4883150"/>
            <a:ext cx="19875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168900"/>
            <a:ext cx="19875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7686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7178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0099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5687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37592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084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0005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5593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47498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6990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투어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9911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578100"/>
            <a:ext cx="5080000" cy="2870200"/>
          </a:xfrm>
          <a:prstGeom prst="roundRect">
            <a:avLst>
              <a:gd name="adj" fmla="val 3982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2578100"/>
            <a:ext cx="4927600" cy="287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2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안내 페이지 목업 2종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3939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2501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01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7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32194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33274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274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433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0449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800" y="4152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52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8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7053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48133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133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292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53657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800" y="54737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737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896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23939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400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2540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27559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0" y="31242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6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0" y="3263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000" y="3479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38481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9878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39878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2037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23000" y="45720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4000" y="47180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4000" y="49339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3022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419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4419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578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8135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721100"/>
            <a:ext cx="762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118100"/>
            <a:ext cx="10668000" cy="9525"/>
          </a:xfrm>
          <a:prstGeom prst="rect">
            <a:avLst/>
          </a:prstGeom>
          <a:solidFill>
            <a:srgbClr val="C2C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461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658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0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0" y="54610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57658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0" y="6070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