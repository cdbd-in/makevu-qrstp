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37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5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4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49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8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66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400" y="5124450"/>
            <a:ext cx="46482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260850"/>
            <a:ext cx="46482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나머지는 메이크뷰가 해드릴게요!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035550"/>
            <a:ext cx="4648200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있어요. 원본 디자인 파일을 주시면</a:t>
            </a:r>
          </a:p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페이지에 맞게 적용해 드립니다.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5480050"/>
            <a:ext cx="46482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584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60350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30924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3782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85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584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0" y="260350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29000" y="30924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3782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2500" y="43751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9420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2500" y="48831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51689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85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29000" y="43751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50" y="439420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29000" y="48831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1689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393950"/>
            <a:ext cx="444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6733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신청부터 이벤트 종료까지 5단계로 끝납니다.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0" y="3390900"/>
            <a:ext cx="9525" cy="2667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15000" y="3111500"/>
            <a:ext cx="254000" cy="254000"/>
          </a:xfrm>
          <a:prstGeom prst="ellipse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3111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3117850"/>
            <a:ext cx="2540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0" y="3340100"/>
            <a:ext cx="508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 상담을 진행해요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0" y="3937000"/>
            <a:ext cx="9525" cy="2667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15000" y="3657600"/>
            <a:ext cx="254000" cy="254000"/>
          </a:xfrm>
          <a:prstGeom prst="ellipse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36576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0" y="3663950"/>
            <a:ext cx="2540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886200"/>
            <a:ext cx="508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 등록해요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42000" y="4483100"/>
            <a:ext cx="9525" cy="2667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15000" y="4203700"/>
            <a:ext cx="254000" cy="254000"/>
          </a:xfrm>
          <a:prstGeom prst="ellipse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4203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4210050"/>
            <a:ext cx="2540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4432300"/>
            <a:ext cx="508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 발급 받아요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0" y="5029200"/>
            <a:ext cx="9525" cy="2667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15000" y="4749800"/>
            <a:ext cx="254000" cy="254000"/>
          </a:xfrm>
          <a:prstGeom prst="ellipse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749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0" y="4756150"/>
            <a:ext cx="2540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0" y="4978400"/>
            <a:ext cx="508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 바로 결제돼요</a:t>
            </a:r>
          </a:p>
        </p:txBody>
      </p:sp>
      <p:sp>
        <p:nvSpPr>
          <p:cNvPr id="51" name="Oval 50"/>
          <p:cNvSpPr/>
          <p:nvPr/>
        </p:nvSpPr>
        <p:spPr>
          <a:xfrm>
            <a:off x="5715000" y="5295900"/>
            <a:ext cx="254000" cy="254000"/>
          </a:xfrm>
          <a:prstGeom prst="ellipse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5295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0" y="5302250"/>
            <a:ext cx="2540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0" y="5524500"/>
            <a:ext cx="508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 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